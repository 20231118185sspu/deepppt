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第一章 背景与动机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行业现状</a:t>
            </a:r>
          </a:p>
          <a:p>
            <a:pPr>
              <a:defRPr sz="1800"/>
            </a:pPr>
            <a:r>
              <a:t>问题定义</a:t>
            </a:r>
          </a:p>
          <a:p>
            <a:pPr>
              <a:defRPr sz="1800"/>
            </a:pPr>
            <a:r>
              <a:t>目标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第二章 方案设计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架构总览</a:t>
            </a:r>
          </a:p>
          <a:p>
            <a:pPr>
              <a:defRPr sz="1800"/>
            </a:pPr>
            <a:r>
              <a:t>核心模块</a:t>
            </a:r>
          </a:p>
          <a:p>
            <a:pPr>
              <a:defRPr sz="1800"/>
            </a:pPr>
            <a:r>
              <a:t>接口约定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第三章 验证与结论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实验设置</a:t>
            </a:r>
          </a:p>
          <a:p>
            <a:pPr>
              <a:defRPr sz="1800"/>
            </a:pPr>
            <a:r>
              <a:t>结果对比</a:t>
            </a:r>
          </a:p>
          <a:p>
            <a:pPr>
              <a:defRPr sz="1800"/>
            </a:pPr>
            <a:r>
              <a:t>总结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