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Widget A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135</c:v>
                </c:pt>
                <c:pt idx="2">
                  <c:v>148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Widget B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89</c:v>
                </c:pt>
                <c:pt idx="1">
                  <c:v>92</c:v>
                </c:pt>
                <c:pt idx="2">
                  <c:v>97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Page 1 - Text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029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Text Block A</a:t>
            </a:r>
          </a:p>
          <a:p/>
          <a:p>
            <a:r>
              <a:t>This is the first text block.</a:t>
            </a:r>
          </a:p>
          <a:p>
            <a:r>
              <a:t>It contains multiple lines</a:t>
            </a:r>
          </a:p>
          <a:p>
            <a:r>
              <a:t>of synthetic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029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Text Block B</a:t>
            </a:r>
          </a:p>
          <a:p/>
          <a:p>
            <a:r>
              <a:t>This is the second text block.</a:t>
            </a:r>
          </a:p>
          <a:p>
            <a:r>
              <a:t>Each block has a stable ID</a:t>
            </a:r>
          </a:p>
          <a:p>
            <a:r>
              <a:t>for targeted mutation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Footer: Synthetic fixture — no sensitive content.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Page 2 - Data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Q3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Widget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148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Widget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Gadget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Page 3 - Chart and Picture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554480"/>
          <a:ext cx="54864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554480"/>
            <a:ext cx="45720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4389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Fig.1 — Synthetic test image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Page 4 - Grouped Shapes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3474720" cy="2286000"/>
          </a:xfrm>
          <a:prstGeom prst="rect">
            <a:avLst/>
          </a:prstGeom>
          <a:solidFill>
            <a:srgbClr val="C8DC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Card A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463040"/>
            <a:ext cx="3474720" cy="2286000"/>
          </a:xfrm>
          <a:prstGeom prst="rect">
            <a:avLst/>
          </a:prstGeom>
          <a:solidFill>
            <a:srgbClr val="DCC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Card B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463040"/>
            <a:ext cx="3474720" cy="2286000"/>
          </a:xfrm>
          <a:prstGeom prst="rect">
            <a:avLst/>
          </a:prstGeom>
          <a:solidFill>
            <a:srgbClr val="F0D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Card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Three colored cards with text labels.</a:t>
            </a:r>
          </a:p>
          <a:p>
            <a:pPr>
              <a:defRPr sz="1400"/>
            </a:pPr>
            <a:r>
              <a:t>Each card has a stable shape ID.</a:t>
            </a:r>
          </a:p>
          <a:p>
            <a:pPr>
              <a:defRPr sz="1400"/>
            </a:pPr>
            <a:r>
              <a:t>Group testing verifies unaddressed objects</a:t>
            </a:r>
          </a:p>
          <a:p>
            <a:pPr>
              <a:defRPr sz="1400"/>
            </a:pPr>
            <a:r>
              <a:t>remain unchanged after atomic batch.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