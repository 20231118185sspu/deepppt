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Enhance 合成页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要点 A</a:t>
            </a:r>
          </a:p>
          <a:p>
            <a:pPr>
              <a:defRPr sz="1800"/>
            </a:pPr>
            <a:r>
              <a:t>要点 B</a:t>
            </a:r>
          </a:p>
          <a:p>
            <a:pPr>
              <a:defRPr sz="1800"/>
            </a:pPr>
            <a:r>
              <a:t>要点 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Enhance 合成页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数据 1</a:t>
            </a:r>
          </a:p>
          <a:p>
            <a:pPr>
              <a:defRPr sz="1800"/>
            </a:pPr>
            <a:r>
              <a:t>数据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Enhance 合成页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结语与致谢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