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本页备注：图片为合成占位图，无敏感内容。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合成表格页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</a:tr>
              <a:tr h="685800">
                <a:tc rowSpan="3">
                  <a:txBody>
                    <a:bodyPr/>
                    <a:lstStyle/>
                    <a:p>
                      <a:r>
                        <a:t>核心指标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1,386</a:t>
                      </a:r>
                    </a:p>
                  </a:txBody>
                  <a:tcPr/>
                </a:tc>
              </a:tr>
              <a:tr h="6858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12.3%</a:t>
                      </a:r>
                    </a:p>
                  </a:txBody>
                  <a:tcPr/>
                </a:tc>
              </a:tr>
              <a:tr h="6858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19,912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图片与备注页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符号页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圈号 ①②③ · 箭头 → · 检查 ✓ · 温度 ±2℃ · 汇率 ¥7.12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