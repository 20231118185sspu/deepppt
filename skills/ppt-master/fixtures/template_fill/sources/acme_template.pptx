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Q1 业务回顾（合成模板页）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营收：¥1,234 万（同比 +12.4%）</a:t>
            </a:r>
          </a:p>
          <a:p>
            <a:pPr>
              <a:defRPr sz="1800"/>
            </a:pPr>
            <a:r>
              <a:t>客户数：18,500（环比 +8.1%）</a:t>
            </a:r>
          </a:p>
          <a:p>
            <a:pPr>
              <a:defRPr sz="1800"/>
            </a:pPr>
            <a:r>
              <a:t>核心产品：ACME Platform 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Q2 增长计划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华东区域拓展（3 城）</a:t>
            </a:r>
          </a:p>
          <a:p>
            <a:pPr>
              <a:defRPr sz="1800"/>
            </a:pPr>
            <a:r>
              <a:t>渠道伙伴计划 v2</a:t>
            </a:r>
          </a:p>
          <a:p>
            <a:pPr>
              <a:defRPr sz="1800"/>
            </a:pPr>
            <a:r>
              <a:t>研发投入占比提升至 18%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风险与应对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供应链：双源策略</a:t>
            </a:r>
          </a:p>
          <a:p>
            <a:pPr>
              <a:defRPr sz="1800"/>
            </a:pPr>
            <a:r>
              <a:t>合规：季度审计</a:t>
            </a:r>
          </a:p>
          <a:p>
            <a:pPr>
              <a:defRPr sz="1800"/>
            </a:pPr>
            <a:r>
              <a:t>汇率：套期保值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附录：口径说明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财务口径为合并报表</a:t>
            </a:r>
          </a:p>
          <a:p>
            <a:pPr>
              <a:defRPr sz="1800"/>
            </a:pPr>
            <a:r>
              <a:t>同比基期为 2025 同期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